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latin typeface="Malgun Gothic"/>
              </a:defRPr>
            </a:pPr>
            <a:r>
              <a:t>조장·부조장 사용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latin typeface="Malgun Gothic"/>
              </a:defRPr>
            </a:pPr>
            <a:r>
              <a:t>수련회 앱을 조장·부조장 권한으로 이용하는 방법을 안내합니다.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latin typeface="Malgun Gothic"/>
              </a:defRPr>
            </a:pPr>
            <a:r>
              <a:t>접근 권한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• 참가자: 수련회 메뉴 접근 불가</a:t>
            </a:r>
          </a:p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• 조장·부조장: 본인이 맡은 조 정보만 조회·수정 가능</a:t>
            </a:r>
          </a:p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• 수련회 회장단: 전체 조 정보 조회·편집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latin typeface="Malgun Gothic"/>
              </a:defRPr>
            </a:pPr>
            <a:r>
              <a:t>1. 대시보드 — 실시간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집회를 선택한 뒤 대시보드 탭에서 실시간 현황을 확인합니다.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algun Gothic"/>
              </a:defRPr>
            </a:pPr>
            <a:r>
              <a:t>1. 대시보드 — 실시간</a:t>
            </a:r>
          </a:p>
        </p:txBody>
      </p:sp>
      <p:pic>
        <p:nvPicPr>
          <p:cNvPr id="3" name="Picture 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86868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algun Gothic"/>
              </a:defRPr>
            </a:pPr>
            <a:r>
              <a:t>1. 대시보드 — 실시간</a:t>
            </a:r>
          </a:p>
        </p:txBody>
      </p:sp>
      <p:pic>
        <p:nvPicPr>
          <p:cNvPr id="3" name="Picture 2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86868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latin typeface="Malgun Gothic"/>
              </a:defRPr>
            </a:pPr>
            <a:r>
              <a:t>2. 그룹 — 조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그룹 탭에서 담당 조 카드를 선택해 조원 명단으로 들어갑니다.</a:t>
            </a:r>
          </a:p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참석 / 불참</a:t>
            </a:r>
          </a:p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• 참석 — 이번 수련회에 참가하는 조원입니다. 입·퇴실·숙소·픽업·대시보드 집계에 포함됩니다.</a:t>
            </a:r>
          </a:p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• 불참 — 참가하지 않는 조원입니다. 조장·부조장이 명단에서 불참으로 표시할 수 있습니다.</a:t>
            </a:r>
          </a:p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• 불참 조원은 명단에 흐리게 남지만, 숙소 미배정·입실 집계·픽업·자동 입실 대상에서 제외됩니다.</a:t>
            </a:r>
          </a:p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• 불참으로 바꾸면 기존 숙소 배정은 자동 해제됩니다. 입·퇴실 시각은 이력 보존을 위해 그대로 둡니다.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algun Gothic"/>
              </a:defRPr>
            </a:pPr>
            <a:r>
              <a:t>2. 그룹 — 조 목록</a:t>
            </a:r>
          </a:p>
        </p:txBody>
      </p:sp>
      <p:pic>
        <p:nvPicPr>
          <p:cNvPr id="3" name="Picture 2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86868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algun Gothic"/>
              </a:defRPr>
            </a:pPr>
            <a:r>
              <a:t>2. 그룹 — 조 목록</a:t>
            </a:r>
          </a:p>
        </p:txBody>
      </p:sp>
      <p:pic>
        <p:nvPicPr>
          <p:cNvPr id="3" name="Picture 2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86868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latin typeface="Malgun Gothic"/>
              </a:defRPr>
            </a:pPr>
            <a:r>
              <a:t>3. 조원 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조 카드를 선택하면 해당 조의 조원 명단이 열립니다.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algun Gothic"/>
              </a:defRPr>
            </a:pPr>
            <a:r>
              <a:t>3. 조원 리스트</a:t>
            </a:r>
          </a:p>
        </p:txBody>
      </p:sp>
      <p:pic>
        <p:nvPicPr>
          <p:cNvPr id="3" name="Picture 2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86868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algun Gothic"/>
              </a:defRPr>
            </a:pPr>
            <a:r>
              <a:t>3. 조원 리스트</a:t>
            </a:r>
          </a:p>
        </p:txBody>
      </p:sp>
      <p:pic>
        <p:nvPicPr>
          <p:cNvPr id="3" name="Picture 2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86868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latin typeface="Malgun Gothic"/>
              </a:defRPr>
            </a:pPr>
            <a:r>
              <a:t>4. 조원 추가·수정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조원 추가 또는 행 수정 시 아래 항목을 입력합니다.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algun Gothic"/>
              </a:defRPr>
            </a:pPr>
            <a:r>
              <a:t>4. 조원 추가·수정</a:t>
            </a:r>
          </a:p>
        </p:txBody>
      </p:sp>
      <p:pic>
        <p:nvPicPr>
          <p:cNvPr id="3" name="Picture 2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86868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latin typeface="Malgun Gothic"/>
              </a:defRPr>
            </a:pPr>
            <a:r>
              <a:t>문의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algun Gothic"/>
              </a:defRPr>
            </a:pPr>
            <a:r>
              <a:t>앱 이용 중 오류나 권한 문제는 수련회 회장단에게 문의해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